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153"/>
                </a:solidFill>
              </a:rPr>
              <a:t>Reproducing GraphNorm and Testing Two Graph-Specific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Paper: GraphNorm - A Principled Approach to Accelerating Graph Neural Network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Dataset: PROTEINS | Backbone: GIN | Compared norms: BN, GN, GSGN, DWGN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03320"/>
            <a:ext cx="3383280" cy="1371600"/>
          </a:xfrm>
          <a:prstGeom prst="roundRect">
            <a:avLst/>
          </a:prstGeom>
          <a:solidFill>
            <a:srgbClr val="ECF5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Project goals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Reproduce the GraphNorm idea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Propose and test graph-specific extensions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03320"/>
            <a:ext cx="3383280" cy="1371600"/>
          </a:xfrm>
          <a:prstGeom prst="roundRect">
            <a:avLst/>
          </a:prstGeom>
          <a:solidFill>
            <a:srgbClr val="F3FAF1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Main result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DWGN gave the best final test accuracy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GSGN gave the best peak test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703320"/>
            <a:ext cx="3383280" cy="1371600"/>
          </a:xfrm>
          <a:prstGeom prst="roundRect">
            <a:avLst/>
          </a:prstGeom>
          <a:solidFill>
            <a:srgbClr val="FFF7E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Practical message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DWGN is best for fixed long training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GSGN is best when early stopping is allowed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These slides are designed to be directly speakable in a TA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Why this paper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What problem GraphNorm tries to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GNN training is often unstable and slower than expected.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BatchNorm uses batch-level statistics, but graph batches are highly heterogeneous.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InstanceNorm, when adapted graph-wise, trains faster because it normalizes inside each graph.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But subtracting the full graph mean can remove useful structural information.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GraphNorm keeps graph-wise normalization and learns how much mean information should be preserved.</a:t>
            </a:r>
          </a:p>
        </p:txBody>
      </p:sp>
      <p:pic>
        <p:nvPicPr>
          <p:cNvPr id="6" name="Picture 5" descr="graphnorm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17320"/>
            <a:ext cx="5394960" cy="4988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2743200"/>
            <a:ext cx="5303520" cy="2011680"/>
          </a:xfrm>
          <a:prstGeom prst="roundRect">
            <a:avLst/>
          </a:prstGeom>
          <a:solidFill>
            <a:srgbClr val="F6F8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What to say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The paper's key insight is that graph-level statistics are more meaningful than batch-level statistics for GNNs.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GraphNorm improves InstanceNorm by making the mean subtraction learnable rather than fixed.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GraphNorm = graph-wise normalization + a learnable mean-preservation term.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Mathematics behind GraphNorm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How the paper motivates the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5303520" cy="2011680"/>
          </a:xfrm>
          <a:prstGeom prst="roundRect">
            <a:avLst/>
          </a:prstGeom>
          <a:solidFill>
            <a:srgbClr val="ECF5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GraphNorm formula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For each feature dimension j, the graph mean μ_j is computed over the nodes of one graph.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The learnable coefficient α_j decides how much of that mean is removed.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γ_j and β_j are standard affine parameters.</a:t>
            </a:r>
          </a:p>
        </p:txBody>
      </p:sp>
      <p:pic>
        <p:nvPicPr>
          <p:cNvPr id="6" name="Picture 5" descr="graphnorm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29000"/>
            <a:ext cx="4754880" cy="4396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188720"/>
            <a:ext cx="5303520" cy="4480560"/>
          </a:xfrm>
          <a:prstGeom prst="roundRect">
            <a:avLst/>
          </a:prstGeom>
          <a:solidFill>
            <a:srgbClr val="F3FAF1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The paper's two mathematical claims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1) Graph-wise centering acts like a preconditioner and can improve optimization.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2) Plain InstanceNorm may hurt expressive power because it always removes the full graph mean.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3) GraphNorm fixes that by learning α_j instead of hard-coding α_j =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The learnable shift is not cosmetic: it is the paper's fix for the expressiveness problem of plain graph-wise InstanceNorm.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Our two proposed modifications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Both keep the GraphNorm structure but change how graph statistics are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gn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4904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2011680"/>
            <a:ext cx="5303520" cy="2194560"/>
          </a:xfrm>
          <a:prstGeom prst="roundRect">
            <a:avLst/>
          </a:prstGeom>
          <a:solidFill>
            <a:srgbClr val="FFF7E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GSGN: Graph-Size-Aware GraphNorm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Idea: the ideal amount of preserved mean information may depend on graph size.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Implementation: use a sigmoid gate driven by log(1 + number of nodes).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Expectation: better adaptation across small and large graphs.</a:t>
            </a:r>
          </a:p>
        </p:txBody>
      </p:sp>
      <p:pic>
        <p:nvPicPr>
          <p:cNvPr id="7" name="Picture 6" descr="dwgn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212080" cy="5138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2011680"/>
            <a:ext cx="5212080" cy="2194560"/>
          </a:xfrm>
          <a:prstGeom prst="roundRect">
            <a:avLst/>
          </a:prstGeom>
          <a:solidFill>
            <a:srgbClr val="ECF5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DWGN: Degree-Weighted GraphNorm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Idea: not all nodes should contribute equally to the graph summary.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Implementation: compute the mean and variance with degree-based weights.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Expectation: structurally central nodes influence the normalization more.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GSGN changes how much mean is preserved; DWGN changes how the graph mean itself is computed.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What was actually run in the reproduction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3474720"/>
          </a:xfrm>
          <a:prstGeom prst="roundRect">
            <a:avLst/>
          </a:prstGeom>
          <a:solidFill>
            <a:srgbClr val="ECF5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Data and model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Dataset: PROTEINS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Backbone: GIN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Folds used: 0, 1, 2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Epochs: 300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Graph pooling: sum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3474720"/>
          </a:xfrm>
          <a:prstGeom prst="roundRect">
            <a:avLst/>
          </a:prstGeom>
          <a:solidFill>
            <a:srgbClr val="F3FAF1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Hyperparameters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Batch size: 128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Hidden dimension: 64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Dropout: 0.5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Learning rate: 0.01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Weight decay: 0.05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3474720"/>
          </a:xfrm>
          <a:prstGeom prst="roundRect">
            <a:avLst/>
          </a:prstGeom>
          <a:solidFill>
            <a:srgbClr val="FFF7E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Important caveat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This is a reduced reproduction, not the full paper protocol.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One dataset and three folds were used.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So the conclusions are project-scale and not full benchmark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The comparison is fair because all four norms were run under the same GIN setup.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Main quantitative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What the numbers say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sul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515600" cy="273638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4160520"/>
            <a:ext cx="3383280" cy="1508760"/>
          </a:xfrm>
          <a:prstGeom prst="roundRect">
            <a:avLst/>
          </a:prstGeom>
          <a:solidFill>
            <a:srgbClr val="F3FAF1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Most important outcomes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DWGN has the best final test accuracy: 0.7917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GSGN has the best peak test accuracy: 0.8244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160520"/>
            <a:ext cx="2926080" cy="1508760"/>
          </a:xfrm>
          <a:prstGeom prst="roundRect">
            <a:avLst/>
          </a:prstGeom>
          <a:solidFill>
            <a:srgbClr val="ECF5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Efficiency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BN is far faster per epoch: 0.2248 s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All graph-specific methods cost about 0.66-0.70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160520"/>
            <a:ext cx="2926080" cy="1508760"/>
          </a:xfrm>
          <a:prstGeom prst="roundRect">
            <a:avLst/>
          </a:prstGeom>
          <a:solidFill>
            <a:srgbClr val="FFF7E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Stability hint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DWGN has lower spread than GN on final test accuracy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GN is strong but more variable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If I must choose one method for fixed 300-epoch training, I would choose DWGN.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Accuracy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Final accuracy versus best accuracy reached during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uracy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3152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474720" cy="4206240"/>
          </a:xfrm>
          <a:prstGeom prst="roundRect">
            <a:avLst/>
          </a:prstGeom>
          <a:solidFill>
            <a:srgbClr val="F6F8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How to explain this slide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BN is fast, but it is not the top accuracy method.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GN is a strong baseline and stays competitive.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GSGN has the highest peak, which means it finds very good transient solutions.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DWGN has the best final test accuracy, which suggests better end-of-training stability.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Peak accuracy and final accuracy tell different stories; that distinction is central to the interpretation.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Mean training and test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Why the behavior of GSGN and DWGN looks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in_accuracy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86400" cy="3657600"/>
          </a:xfrm>
          <a:prstGeom prst="rect">
            <a:avLst/>
          </a:prstGeom>
        </p:spPr>
      </p:pic>
      <p:pic>
        <p:nvPicPr>
          <p:cNvPr id="6" name="Picture 5" descr="test_accuracy_m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48640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074920"/>
            <a:ext cx="10972800" cy="731520"/>
          </a:xfrm>
          <a:prstGeom prst="roundRect">
            <a:avLst/>
          </a:prstGeom>
          <a:solidFill>
            <a:srgbClr val="F6F8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Interpretation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GSGN reaches strong peaks but loses some advantage by the end; DWGN rises to a slightly better final plateau.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A good one-line explanation: GSGN looks best with early stopping, while DWGN looks best without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Efficiency and when each method peaks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These plots help explain the practical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poch_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303520" cy="3182112"/>
          </a:xfrm>
          <a:prstGeom prst="rect">
            <a:avLst/>
          </a:prstGeom>
        </p:spPr>
      </p:pic>
      <p:pic>
        <p:nvPicPr>
          <p:cNvPr id="6" name="Picture 5" descr="best_epoch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5303520" cy="3182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5074920"/>
            <a:ext cx="10972800" cy="777240"/>
          </a:xfrm>
          <a:prstGeom prst="roundRect">
            <a:avLst/>
          </a:prstGeom>
          <a:solidFill>
            <a:srgbClr val="F6F8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What this means in practice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BN is the cheap option. DWGN reaches its best accuracy much earlier than GN and GSGN, so it may be easier to train efficiently.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DWGN is attractive not only because it finishes best, but also because it peaks earlier.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Final conclusions and discussion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Suggested closing slide for the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GraphNorm's core idea is validated: graph-wise normalization is a strong baseline for GNNs.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The learnable mean-preservation term is important because graph means can carry structural information.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GSGN was a useful idea, but its strength appeared more in peak accuracy than final accuracy.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DWGN was the most successful extension in this project: best final test accuracy, earlier peak, and good stability.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The fairest conclusion is not that one method wins universally, but that different graph-aware statistics change the trade-off between speed, peak accuracy, and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983480"/>
            <a:ext cx="5074920" cy="822960"/>
          </a:xfrm>
          <a:prstGeom prst="roundRect">
            <a:avLst/>
          </a:prstGeom>
          <a:solidFill>
            <a:srgbClr val="F3FAF1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If the TA asks 'which method would you recommend?'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For fixed long training: DWGN.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983480"/>
            <a:ext cx="5074920" cy="822960"/>
          </a:xfrm>
          <a:prstGeom prst="roundRect">
            <a:avLst/>
          </a:prstGeom>
          <a:solidFill>
            <a:srgbClr val="FFF7E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153"/>
                </a:solidFill>
              </a:rPr>
              <a:t>If the TA asks 'which method seems most promising?'</a:t>
            </a:r>
          </a:p>
          <a:p>
            <a:pPr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For early stopping: GSGN.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Best short answer: DWGN is the best final model here, while GSGN is the best early-stopping candidate.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153"/>
                </a:solidFill>
              </a:rP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Useful if you get follow-up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This was a reduced reproduction on one dataset rather than the full benchmark suite from the paper.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Only three folds were used, so the results should be treated as indicative rather than definitive.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The modifications were tested only on GIN; other backbones such as GCN could behave differently.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A natural next step would be to add early stopping explicitly and test whether GSGN then becomes the best overall method.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Another next step would be to evaluate DWGN on datasets where node degree is known to be especially informative.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6080760"/>
            <a:ext cx="1088136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B6CB0"/>
                </a:solidFill>
              </a:rPr>
              <a:t>Takeaway: The project still succeeds because it reproduces the paper's main idea and turns it into testable, graph-specific extensions.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